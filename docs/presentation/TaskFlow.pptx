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IMPLEMENTATION / DELIVERY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0" b="1" spc="-3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management platform for a marketing agency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FOR COMPANY 31  /  MANUEL  /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691640"/>
            <a:ext cx="11155680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8745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03120" y="23774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diagram, technology choices, NFRs, and the assumptions behind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11155680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32461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3749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roadmap, team shape, top risks, and how we'd surface trouble early.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434840"/>
            <a:ext cx="11155680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709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3120" y="46177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03120" y="51206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of working, handling a pushy PO, and what I'd ask on day 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806440"/>
            <a:ext cx="11155680" cy="10973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companion repo is the reference implementation. This deck explains the choices behind it.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I'm working from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0876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914400" cy="27432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50 to 200 users initially, for one agency. Steady-state, not spiky.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755648"/>
            <a:ext cx="914400" cy="27432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tenant on day one. The design admits multi tenant later.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72968"/>
            <a:ext cx="914400" cy="27432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and EU data residency presumed. Marketing data is personal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92608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172968"/>
            <a:ext cx="914400" cy="27432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3566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300ms p95 for screen loads is plenty. This is not a trading app.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90288"/>
            <a:ext cx="914400" cy="27432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90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launch requirement. We model commands and events so it bolts on cleanly.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34340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590288"/>
            <a:ext cx="914400" cy="27432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590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90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4983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preferred (matches the .NET stack). Agnostic where it costs us little.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 are inputs, not conclusions. Each becomes a day one question (see slide 16).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88036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architecture, technology choices, and the trade-offs behind each.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architecture, top 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/ Cloudflare  /  WAF, TLS termination, DDoS protection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4663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Angular bundle on Blob Storage + CDN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2560320"/>
            <a:ext cx="6172200" cy="914400"/>
          </a:xfrm>
          <a:prstGeom prst="rect">
            <a:avLst/>
          </a:prstGeom>
          <a:solidFill>
            <a:srgbClr val="09090B"/>
          </a:solidFill>
          <a:ln w="9525">
            <a:solidFill>
              <a:srgbClr val="0909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265176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15000" y="301752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Containerised  /  Azure Container Apps  /  2 to 10 replicas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11155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11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provider. Entra ID or Auth0, OIDC into JWT bearer.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06240"/>
            <a:ext cx="35021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97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DB  /  daily PITR  /  read replica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25112" y="4206240"/>
            <a:ext cx="351129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4297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53712" y="466344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Sessions, rate limit, cache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56448" y="4206240"/>
            <a:ext cx="35021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4297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85048" y="466344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Attachments, audit exports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5257800"/>
            <a:ext cx="6172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5780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into Application Insights or Honeycomb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95160" y="5257800"/>
            <a:ext cx="4663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 /  managed identities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and trade-offs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6766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252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252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CHOICE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252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WHY AND TRADE-OFF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Frontend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18 (standalone, signals)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Batteries included, strict TS by default. Heavier bundle than React, fine at this scale.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Backend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8 minimal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LTS until Nov 2026, fast, mature ecosystem. Swap to Controllers if the team prefers.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Database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mature, JSONB if we need flexibility. SQL Server would work; Postgres is cheaper and more portable.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+ JWT bearer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 whatever IdP the agency has. We're not in the auth business.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Runtime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Container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scale to zero, no Kubernetes ops overhead. Vendor coupling abstracted behind IaC.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Observability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Standardised, swappable backend (App Insights, Honeycomb, Grafana Cloud).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CI/CD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+ Bicep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repo, same review surface. Bicep over Terraform when Azure only.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architecture addresses non functionals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into JWT bearer, short lived tokens, refresh on the gateway.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Key Vault via managed identity. None in env files.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in front, dependabot and Snyk on PRs.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scoping enforced at the repository layer.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624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API, horizontal scale on CPU and RPS metrics.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read replica for reporting workloads.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for hot reads (board view, user lookups).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pagination on list endpoints from day 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(liveness vs readiness).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and green deploys with automated rollback on SLO burn.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PITR plus nightly logical backups off region.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jitter. Circuit breaker on third parties.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624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(Serilog) with traceId per request.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traces: browser into API into database.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metrics plus SLOs per endpoint.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burn rate, not on threshold spikes.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88036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team shape, the risks we'll watch, and how we'll know early.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roadmap, prototype to launch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213969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/ Foundation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457200" cy="13716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1682496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repo, ADRs, environments wired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workshops (users, integrations)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provider and hosting confirmed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56916" y="1463040"/>
            <a:ext cx="213969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5516" y="1737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 to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85516" y="2057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/ MVP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85516" y="2606040"/>
            <a:ext cx="457200" cy="13716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5516" y="2788920"/>
            <a:ext cx="1682496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multi user, tasks, assignment, due dates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staging, structured logs, traces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UAT with three client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10912" y="1463040"/>
            <a:ext cx="213969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737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4 to 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9512" y="2057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/ Beta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39512" y="2606040"/>
            <a:ext cx="457200" cy="13716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2788920"/>
            <a:ext cx="1682496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notifications, attachments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updates (SignalR)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accessibility audit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4908" y="1463040"/>
            <a:ext cx="213969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3508" y="1737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7 to 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3508" y="2057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/ Launch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3508" y="2606040"/>
            <a:ext cx="457200" cy="13716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3508" y="2788920"/>
            <a:ext cx="1682496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review, pen test remediation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and alerting, runbooks written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(10%, 50%, 100%)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18904" y="1463040"/>
            <a:ext cx="2139696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47504" y="17373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 10+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747504" y="20574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/ Iterate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47504" y="2606040"/>
            <a:ext cx="457200" cy="13716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47504" y="2788920"/>
            <a:ext cx="1682496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driven backlog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budget (10 to 15% per sprint)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architecture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Core, full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(me). Code, architecture, stakeholders.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full stack engineers (mid or senior). Vertical slice delivery.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frontend with UX leaning. Pattern library, accessibility, performance.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part 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624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and platform (~50%). IaC, pipelines, on call.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(~25%). Flows, tokens, accessibility.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(~50% from Phase 2). Exploratory and automation.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with real authority over scope.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three pilot users for weekly demos and UAT.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624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for one stand-up. Big enough for sustained pace.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spread enables mentorship without bottlenecks.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arrive when their work is the bottleneck, not before.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and how we'll mitigate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  <a:gridCol w="56692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252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252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LIKELIHOOD / IMPACT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52525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MITIGATION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creep, the "just one more"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 / Med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MVP definition, change control via PO, weekly demos surface trade-offs early.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provider undecided by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 / High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abstraction lets us swap; day one question. Default to Entra ID if undecided.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migration from current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 / High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in week one; if non trivial, build an importer in Phase 2, not as a launch blocker.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compliance requirement (GDPR/ICO)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0478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 / High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review with legal in week one; data model with PII flags plus export/delete from day 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Realtime becomes a launch must have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 / Med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built around commands and queries; SignalR layers on without changing the data model.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90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person dependency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 / High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2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 programming, rotating reviewers, ADRs and runbooks in repo.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I'll surface delivery issues early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 sprints; Friday demos to PO and pilot users.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15 minute stand-up. Risks and blockers first, status second.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written status: RAG, top three risks, asks.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624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DORA: lead time, deploy frequency, MTTR, change failure rate.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cycle time and review latency on the dashboard.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budget enforced. No green on retry merges.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signals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up of MVP scope vs target launch.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tag up with pilot users for qualitative feedback.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deploy error rate and latency dashboards on Monday.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problems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624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 is honest, not optimistic. Amber early beats red late.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sprint slips, the deliverable changes, not the date.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 mortems for incidents over 30 minutes.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88036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contentious conversations, and what I'd ask on day one.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team up for success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of working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based dev, short lived branches, daily merges.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on risky/new work; mob occasionally for shared learning.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time blocked weekly. Not optional.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recorded as ADRs in repo, not in chat.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standards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624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TypeScript, nullable refs, warnings as errors.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is the API contract. Client types generated.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endpoint ships with an integration test.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structured. No Console.WriteLine.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approver for low risk; 2 for prod paths, schema, or auth.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 first. Reviewer reads it before the diff.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timely (4 hour target). Slow review kills flow.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split into blocking / nit / question.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624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written and passing locally and in CI.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staging. Observable in logs and traces.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spot check (WCAG 2.1 AA). User docs updated.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in place if rollback is not trivial.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PO wants this feature now, but it's risky"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 goal.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exists because of a real outcome the PO needs. Start there, not at "no".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55648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7007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risk concrete.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103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breaks? Who's affected? What's the blast radius? Numbers, not adjectives.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64408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2095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options, not roadblocks.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scope. A time boxed spike. A flag protected rollout. Always two paths.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97180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264408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32095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"fast" vs "safe".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not feelings. The PO can choose with eyes open.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73168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47183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still push.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decision and risks as an ADR; explicit sign-off; ship behind a kill-switch with heightened monitoring.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480560"/>
            <a:ext cx="5486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4773168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47183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"no" as the engineer alone, or "yes" without the trade-off visible to whoever owns the budget.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ask on day one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uses this? Roles, team sizes, technical comfort?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busy day look like today?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email/calls/meetings do they want to replace vs supplement?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184708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7099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56248" y="22402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work live today? Spreadsheets, inboxes, tools?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to import on day one, or do we start fresh?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agency's clients ever exposed to this app?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hosting and identity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cloud provider and identity (Entra, Google, Okta)?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UK/EU data residency required? PII categories present?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security/platform standards to inherit?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56248" y="4270248"/>
            <a:ext cx="109728" cy="10972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launch and success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56248" y="46634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v1 success look like? Measurable?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decides scope when pressure to add more arrives?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budget for ongoing operation post launch?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I'd answer them in the first two weeks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087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733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673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6733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 sessions per user role; observe a typical day on site or shadow remote calls.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877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25877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discovery.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5877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docs, policies, integration touch points; security/IT alignment.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021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3502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5021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fi mockups validated with pilot users before any code beyond the prototype.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16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44165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published.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4165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provider, hosting region, data model approach. Written down and signed off.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3309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ONGOING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5330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log.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5330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we couldn't answer is logged with a target date for resolution.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60807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I would raise about the brief and prototype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087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733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"Production ready" is undefined.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6733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explicit acceptance criteria: uptime, security, accessibility, observability targets.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877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model in the prototype.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25877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 plus tenant scoping reshape every endpoint. Front-load this; it is not bolt-on.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021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hosting or compliance constraint.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35021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data is personal data. GDPR is in scope by default. Pin this down day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34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4165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"Coordinate" is broader than tasks.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44165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calls, meetings imply notifications, mentions, summaries. Clarify what's v1 vs Phase 2.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349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330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a multi app workflow.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53309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or Teams integration may be unavoidable. Confirm in week one before architectural choices bake in.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6080760"/>
            <a:ext cx="11155680" cy="9144"/>
          </a:xfrm>
          <a:prstGeom prst="rect">
            <a:avLst/>
          </a:prstGeom>
          <a:solidFill>
            <a:srgbClr val="E4E4E7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 / COMPANY 31 / MAY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00232" y="6537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594360" cy="36576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"Production ready" isn't a checkbox.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small team shipping every week, behind feature flags, with the trade-offs written down where everyone can see them.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COMPANION REPO  /  GITHUB.COM/C31LABS/GLOBAL360ASSIGNEMENT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Company 31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TaskFlow. Architecture, Delivery, Leadership</dc:title>
  <dc:subject>PptxGenJS Presentation</dc:subject>
  <dc:creator>Manuel</dc:creator>
  <cp:lastModifiedBy>Manuel</cp:lastModifiedBy>
  <cp:revision>1</cp:revision>
  <dcterms:created xsi:type="dcterms:W3CDTF">2026-05-15T06:11:22Z</dcterms:created>
  <dcterms:modified xsi:type="dcterms:W3CDTF">2026-05-15T06:11:22Z</dcterms:modified>
</cp:coreProperties>
</file>