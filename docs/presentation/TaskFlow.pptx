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&amp; DELIVERY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management platform for a marketing agency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Company 31  ·  Manuel  · 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011680" y="1554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11680" y="20574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diagram, technology choices, NFRs, and the assumptions behind them.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2011680" y="29718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plan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11680" y="34747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roadmap, team shape, top risks, and how we'd surface trouble early.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29768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011680" y="43891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leadership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11680" y="4892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of working, handling a pushy PO, and what I'd ask on day one.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companion repo is the reference implementation — this deck explains the choices behind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I'm working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50–200 users initially (one agency). Steady-state, not spiky.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tenant on day 1; design admits multi-tenant later.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974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UK/EU data residency presumed — marketing data is personal data.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6974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26974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31546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Sub-300ms p95 for screen loads is enough. This is not a trading app.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690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160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45262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launch requirement; model commands/events so it bolts on cleanly.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4069080"/>
            <a:ext cx="548640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4069080"/>
            <a:ext cx="91440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160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46520" y="45262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preferred (matches the .NET stack); agnostic where it costs us little.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inputs, not conclusions — each becomes a day-one question (see slide 16).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822960" y="3749040"/>
            <a:ext cx="91440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886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architecture, technology choices, and the trade-offs behind each.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architecture, top-down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112471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12471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/ Cloudflare  ·  WAF · TLS termination · DDoS protection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54864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96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bundle on Blob Storage + CDN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423160"/>
            <a:ext cx="5486400" cy="868680"/>
          </a:xfrm>
          <a:prstGeom prst="rect">
            <a:avLst/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496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API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· Azure Container Apps · 2–10 replicas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74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 — Entra ID / Auth0  (OIDC → JWT bearer)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3657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DB · daily PITR · read replica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51960" y="4023360"/>
            <a:ext cx="3657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34840" y="4434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· rate limit · cache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4023360"/>
            <a:ext cx="3657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0" y="4434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 · audit exports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5486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074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→ Application Insights / Honeycomb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0" y="5074920"/>
            <a:ext cx="5486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5074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· Managed identities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choices &amp; the trade-offs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926080"/>
                <a:gridCol w="7040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&amp; trade-off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18 (standalone, signals)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Batteries included, strict TS by default. Heavier bundle than React — fine at this scale.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.NET 8 minimal APIs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LTS until Nov 2026, fast, mature ecosystem. Swappable to Controllers if the team prefers.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Open, mature, JSONB if we need flexibility. SQL Server would work — Postgres is cheaper and more portable.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OIDC + JWT bearer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 whatever IdP the agency has. We're not in the auth business.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Container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scale-to-zero, no Kubernetes ops overhead. Vendor coupling abstracted behind IaC.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OpenTelemetry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Standardised, swappable backend (App Insights / Honeycomb / Grafana Cloud).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Bicep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repo, same review surface. Bicep over Terraform when Azure-only.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architecture addresses non-functionals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→ JWT bearer; short-lived tokens, refresh on gateway.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Key Vault via managed identity; none in env files.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in front; dependabot + Snyk on PRs.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scoping enforced at the repository layer.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54864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9202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→ horizontal scale on CPU/RPS metrics.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read replica for reporting workloads.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for hot reads (board view, user lookups).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pagination on list endpoints from day one.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548640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probes (liveness vs readiness).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Blue/green deploys with automated rollback on SLO burn.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PITR + nightly logical backups off-region.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jitter; circuit breaker on third parties.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94760"/>
            <a:ext cx="54864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389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logs (Serilog) with traceId per request.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traces: browser → API → DB.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metrics + SLOs per endpoint.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burn rate, not threshold spikes.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822960" y="3749040"/>
            <a:ext cx="91440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886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plan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Roadmap, team shape, the risks we'll watch, and how we'll know 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roadmap: prototype → launch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219456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194560" cy="1097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86868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1828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repo, ADRs, environments wired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workshops (users, integrations)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provider &amp; hosting confirmed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20340" y="1325880"/>
            <a:ext cx="219456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20340" y="1325880"/>
            <a:ext cx="2194560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3220" y="1600200"/>
            <a:ext cx="86868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3220" y="1600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0322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MVP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03220" y="2651760"/>
            <a:ext cx="1828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multi-user, tasks, assignment, due dates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staging, structured logs, traces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UAT with 3 client users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325880"/>
            <a:ext cx="219456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83480" y="1325880"/>
            <a:ext cx="2194560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6360" y="1600200"/>
            <a:ext cx="86868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600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4–6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6636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Beta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1828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notifications, attachments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updates (SignalR)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accessibility audit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46620" y="1325880"/>
            <a:ext cx="219456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46620" y="1325880"/>
            <a:ext cx="2194560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9500" y="1600200"/>
            <a:ext cx="86868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29500" y="1600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7–9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2950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Launch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29500" y="2651760"/>
            <a:ext cx="1828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review, pen-test remediation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 + alerting, runbooks written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rollout (10% → 50% → 100%)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509760" y="1325880"/>
            <a:ext cx="219456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1325880"/>
            <a:ext cx="219456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92640" y="1600200"/>
            <a:ext cx="86868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1600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10+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6926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Iterate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92640" y="2651760"/>
            <a:ext cx="1828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Feedback-driven backlog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Tech-debt budget (10–15% per sprint)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architecture review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composition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Core, full-time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lead (me) — code, architecture, stakeholders.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full-stack engineers (mid/senior).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frontend / UX-leaning engineer.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54864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part-time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platform (~50%) — IaC, pipelines, on-call.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(~25%) — flows, tokens, accessibility.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(~50% from Phase 2) — exploratory + automation.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548640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with real authority over scope.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pilot users for weekly demos and UAT.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94760"/>
            <a:ext cx="54864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for one stand-up; big enough for sustained pace.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spread enables mentorship without bottlenecks.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arrive when their work is the bottleneck — not before.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 &amp; how we'll mitigate them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011680"/>
                <a:gridCol w="57607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 /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creep — "just one more"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/ 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MVP definition, change-control via PO, weekly demos surface trade-offs early.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provider undecided by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OIDC abstraction lets us swap; day-1 question. Default to Entra ID if undecided.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migration from current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in week 1; if non-trivial, build an importer in Phase 2, not as a launch blocker.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compliance requirement (GDPR/ICO)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review with legal in week 1; data model with PII flags + export/delete from day 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Realtime becomes a launch must-have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built around commands &amp; queries; SignalR layers on without changing the data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Key-person dependency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programming, rotating reviewers, ADRs and runbooks in repo.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surface delivery issues early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sprints; Friday demos to PO + pilot users.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15-min stand-up — risks/blockers first, status second.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written status: RAG, top 3 risks, asks.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54864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metrics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DORA: lead time, deploy frequency, MTTR, change-failure rate.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cycle time &amp; review latency on the dashboard.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Flaky-test budget enforced — no green-on-retry merges.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548640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signals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Burn-up of MVP scope vs target launch.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tag-up with pilot users for qualitative feedback.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Post-deploy error-rate &amp; latency dashboards on Monday.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94760"/>
            <a:ext cx="54864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Surfacing problems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status is honest, not optimistic — amber early beats red late.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sprint slips, the deliverable changes, not the date.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post-mortems for incidents &gt; 30 min.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822960" y="3749040"/>
            <a:ext cx="91440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886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leadership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Standards, contentious conversations, and what I would ask on day one.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team up for success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of working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Trunk-based dev, short-lived branches, daily merges.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on risky/new work; mob occasionally for shared learning.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Tech-debt time blocked weekly — not optional.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recorded as ADRs in repo, not in chat.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54864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standards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TypeScript, nullable refs, warnings-as-errors.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is the API contract; client types generated.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endpoint ships with an integration test.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are structured; no Console.WriteLine.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548640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approver for low-risk; 2 for prod paths, schema, or auth.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first — reviewer reads it before the diff.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timely (4-working-hour target). Slow review kills flow.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split into blocking / nit / question.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94760"/>
            <a:ext cx="54864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written and passing locally and in CI.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staging; observable in logs/traces.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spot-check (WCAG 2.1 AA); user-facing docs updated.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in place if rollback is not trivial.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PO wants this feature now — but it's risky"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508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the goal.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 exists because of a real outcome the PO needs. Start there, not at "no".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0876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86600" y="1508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 concrete.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86600" y="1874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breaks? Who's affected? What's the blast radius? Numbers, not adjectives.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01752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options, not roadblocks.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33832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scope. A time-boxed spike. A flag-protected rollout. Always two paths.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83464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01752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8660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fast vs safe.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86600" y="33832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Days, not feelings. The PO can choose with eyes open.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34340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52628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2588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still push: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892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decision and risks as an ADR; explicit sign-off; ship behind a kill-switch with heightened monitoring.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343400"/>
            <a:ext cx="548640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526280"/>
            <a:ext cx="548640" cy="5486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8660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86600" y="4892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"no" as the engineer alone, or "yes" without the trade-off visible to whoever owns the budget.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ask on day 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users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actually uses this — roles, team sizes, technical comfort?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 busy day look like today?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email/calls/meetings do they want to replace vs supplement?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54864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data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196596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work live today — spreadsheets, inboxes, tools?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to import on day one, or do we start fresh?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agency's clients ever exposed to this app?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794760"/>
            <a:ext cx="548640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hosting &amp; identity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cloud provider &amp; identity (Entra, Google, Okta)?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UK/EU data residency required? PII categories present?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security/platform standards to inherit?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486400" cy="22860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94760"/>
            <a:ext cx="54864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launch &amp; success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4348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v1 success look like — measurable?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scope when pressure to add more arrives?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budget for ongoing operation post-launch?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would answer them in the first two weeks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3716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92024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4630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90-minute sessions per user role; observe a typical day on-site or shadow remote calls.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286000"/>
            <a:ext cx="13716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discovery.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242316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docs, policies, integration touch-points; security/IT alignment.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46120"/>
            <a:ext cx="13716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4612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20240" y="3383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3832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Low-fi mockups validated with pilot users before any code beyond the prototype.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206240"/>
            <a:ext cx="13716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343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published.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43434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provider, hosting region, data-model approach — written down and signed off.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166360"/>
            <a:ext cx="13716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1663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92024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log.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54880" y="53035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we couldn't answer is logged with a target date for resolution.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I would raise about the brief &amp; prototype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097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91440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356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"Production-ready" is undefined.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94960" y="143560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explicit acceptance criteria — uptime, security, accessibility, observability targets.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286000"/>
            <a:ext cx="91440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 model in the prototype.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94960" y="239572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auth + tenant scoping reshape every endpoint. Front-load this — it is not bolt-on.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46120"/>
            <a:ext cx="91440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3558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hosting or compliance constraint.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33558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data is personal data. GDPR is in scope by default — pin this down day one.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20624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206240"/>
            <a:ext cx="91440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"Coordinate" is broader than tasks.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94960" y="431596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Email/calls/meetings imply notifications, mentions, summaries — clarify what's v1 vs Phase 2.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66360"/>
            <a:ext cx="1124712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166360"/>
            <a:ext cx="91440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2760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a multi-app workflow.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527608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Slack/Teams integration may be unavoidable — confirm in week one before architectural choices are baked in.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· Company 31 · May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isn't a checkbox.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small team shipping every week, behind feature flags, with the trade-offs written down where everyone can see them.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914400" cy="3657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repo:  github.com/c31labs/global360assignement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Company 31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— Architecture, Delivery, Leadership</dc:title>
  <dc:subject>PptxGenJS Presentation</dc:subject>
  <dc:creator>Manuel</dc:creator>
  <cp:lastModifiedBy>Manuel</cp:lastModifiedBy>
  <cp:revision>1</cp:revision>
  <dcterms:created xsi:type="dcterms:W3CDTF">2026-05-14T10:24:36Z</dcterms:created>
  <dcterms:modified xsi:type="dcterms:W3CDTF">2026-05-14T10:24:36Z</dcterms:modified>
</cp:coreProperties>
</file>